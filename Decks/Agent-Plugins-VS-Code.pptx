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7" r:id="rId3"/>
    <p:sldId id="258" r:id="rId4"/>
    <p:sldId id="259" r:id="rId5"/>
    <p:sldId id="262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26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08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312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ox with glowing signs and text&#10;&#10;AI-generated content may be incorrect.">
            <a:extLst>
              <a:ext uri="{FF2B5EF4-FFF2-40B4-BE49-F238E27FC236}">
                <a16:creationId xmlns:a16="http://schemas.microsoft.com/office/drawing/2014/main" id="{15B699E1-B3D1-334D-7C76-48E3C5F499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47" b="699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658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Plugins Provide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plugin can bundle any combination of these customization types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572000" cy="566928"/>
          </a:xfrm>
          <a:prstGeom prst="roundRect">
            <a:avLst>
              <a:gd name="adj" fmla="val 24194"/>
            </a:avLst>
          </a:prstGeom>
          <a:solidFill>
            <a:srgbClr val="21262D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64008" cy="566928"/>
          </a:xfrm>
          <a:prstGeom prst="roundRect">
            <a:avLst>
              <a:gd name="adj" fmla="val 57143"/>
            </a:avLst>
          </a:prstGeom>
          <a:solidFill>
            <a:srgbClr val="2F81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/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1612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Slash Commands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commands invokable with / in chat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4572000" cy="566928"/>
          </a:xfrm>
          <a:prstGeom prst="roundRect">
            <a:avLst>
              <a:gd name="adj" fmla="val 24194"/>
            </a:avLst>
          </a:prstGeom>
          <a:solidFill>
            <a:srgbClr val="21262D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5760" y="1801368"/>
            <a:ext cx="64008" cy="566928"/>
          </a:xfrm>
          <a:prstGeom prst="roundRect">
            <a:avLst>
              <a:gd name="adj" fmla="val 57143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48640" y="1847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8196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Skills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0756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instructions, scripts, and resources for specific tasks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59736"/>
            <a:ext cx="4572000" cy="566928"/>
          </a:xfrm>
          <a:prstGeom prst="roundRect">
            <a:avLst>
              <a:gd name="adj" fmla="val 24194"/>
            </a:avLst>
          </a:prstGeom>
          <a:solidFill>
            <a:srgbClr val="21262D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65760" y="2459736"/>
            <a:ext cx="64008" cy="566928"/>
          </a:xfrm>
          <a:prstGeom prst="roundRect">
            <a:avLst>
              <a:gd name="adj" fmla="val 57143"/>
            </a:avLst>
          </a:prstGeom>
          <a:solidFill>
            <a:srgbClr val="D2A8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48640" y="25054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24780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Agents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7340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personas with tailored tool configurations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18104"/>
            <a:ext cx="4572000" cy="566928"/>
          </a:xfrm>
          <a:prstGeom prst="roundRect">
            <a:avLst>
              <a:gd name="adj" fmla="val 24194"/>
            </a:avLst>
          </a:prstGeom>
          <a:solidFill>
            <a:srgbClr val="21262D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65760" y="3118104"/>
            <a:ext cx="64008" cy="566928"/>
          </a:xfrm>
          <a:prstGeom prst="roundRect">
            <a:avLst>
              <a:gd name="adj" fmla="val 57143"/>
            </a:avLst>
          </a:prstGeom>
          <a:solidFill>
            <a:srgbClr val="D299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48640" y="3163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3136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392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commands executed at agent lifecycle points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776472"/>
            <a:ext cx="4572000" cy="566928"/>
          </a:xfrm>
          <a:prstGeom prst="roundRect">
            <a:avLst>
              <a:gd name="adj" fmla="val 24194"/>
            </a:avLst>
          </a:prstGeom>
          <a:solidFill>
            <a:srgbClr val="21262D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65760" y="3776472"/>
            <a:ext cx="64008" cy="566928"/>
          </a:xfrm>
          <a:prstGeom prst="roundRect">
            <a:avLst>
              <a:gd name="adj" fmla="val 57143"/>
            </a:avLst>
          </a:prstGeom>
          <a:solidFill>
            <a:srgbClr val="79C0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48640" y="3822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3794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0507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 integrations and data sources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1143000"/>
            <a:ext cx="3657600" cy="3520440"/>
          </a:xfrm>
          <a:prstGeom prst="roundRect">
            <a:avLst>
              <a:gd name="adj" fmla="val 3896"/>
            </a:avLst>
          </a:prstGeom>
          <a:solidFill>
            <a:srgbClr val="21262D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257800" y="12070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9C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📁  Example Plugin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15727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my-testing-plugin/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9240" y="17830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plugin.json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49240" y="19933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skills/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49240" y="220370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test-runner/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49240" y="241401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SKILL.md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49240" y="262432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run-tests.sh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49240" y="283464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agents/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49240" y="30449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test-reviewer.agent.md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49240" y="325526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hooks/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34655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hooks.json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49240" y="367588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scripts/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49240" y="38862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validate-tests.sh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49240" y="40965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.mcp.json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Plugins in VS Code — GitHub Copilot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2A8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plugin components integrate into VS Code and GitHub Copilot chat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640080"/>
          </a:xfrm>
          <a:prstGeom prst="roundRect">
            <a:avLst>
              <a:gd name="adj" fmla="val 21429"/>
            </a:avLst>
          </a:prstGeom>
          <a:solidFill>
            <a:srgbClr val="161B22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1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🏪  Plugin Marketplaces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26464"/>
            <a:ext cx="1965960" cy="237744"/>
          </a:xfrm>
          <a:prstGeom prst="roundRect">
            <a:avLst>
              <a:gd name="adj" fmla="val 30769"/>
            </a:avLst>
          </a:prstGeom>
          <a:solidFill>
            <a:srgbClr val="2F81F7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github/copilot-plugins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426464"/>
            <a:ext cx="1965960" cy="237744"/>
          </a:xfrm>
          <a:prstGeom prst="roundRect">
            <a:avLst>
              <a:gd name="adj" fmla="val 30769"/>
            </a:avLst>
          </a:prstGeom>
          <a:solidFill>
            <a:srgbClr val="3FB950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606040" y="1426464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github/awesome-copilot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426464"/>
            <a:ext cx="1965960" cy="237744"/>
          </a:xfrm>
          <a:prstGeom prst="roundRect">
            <a:avLst>
              <a:gd name="adj" fmla="val 30769"/>
            </a:avLst>
          </a:prstGeom>
          <a:solidFill>
            <a:srgbClr val="D29922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754880" y="1426464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org marketplace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03720" y="1426464"/>
            <a:ext cx="1965960" cy="237744"/>
          </a:xfrm>
          <a:prstGeom prst="roundRect">
            <a:avLst>
              <a:gd name="adj" fmla="val 30769"/>
            </a:avLst>
          </a:prstGeom>
          <a:solidFill>
            <a:srgbClr val="D2A8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903720" y="1426464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plugins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0" y="17556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057400"/>
            <a:ext cx="8595360" cy="1325880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57200" y="2121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Plugin Package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450592"/>
            <a:ext cx="1371600" cy="804672"/>
          </a:xfrm>
          <a:prstGeom prst="roundRect">
            <a:avLst>
              <a:gd name="adj" fmla="val 11364"/>
            </a:avLst>
          </a:prstGeom>
          <a:solidFill>
            <a:srgbClr val="010409"/>
          </a:solidFill>
          <a:ln w="1524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12064" y="249631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02920" y="254203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plugin.json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 &amp; Config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0" y="2450592"/>
            <a:ext cx="1371600" cy="804672"/>
          </a:xfrm>
          <a:prstGeom prst="roundRect">
            <a:avLst>
              <a:gd name="adj" fmla="val 11364"/>
            </a:avLst>
          </a:prstGeom>
          <a:solidFill>
            <a:srgbClr val="010409"/>
          </a:solidFill>
          <a:ln w="1524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066544" y="249631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057400" y="254203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+ scripts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66160" y="2450592"/>
            <a:ext cx="1371600" cy="804672"/>
          </a:xfrm>
          <a:prstGeom prst="roundRect">
            <a:avLst>
              <a:gd name="adj" fmla="val 11364"/>
            </a:avLst>
          </a:prstGeom>
          <a:solidFill>
            <a:srgbClr val="010409"/>
          </a:solidFill>
          <a:ln w="1524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621024" y="2496312"/>
            <a:ext cx="91440" cy="91440"/>
          </a:xfrm>
          <a:prstGeom prst="ellipse">
            <a:avLst/>
          </a:prstGeom>
          <a:solidFill>
            <a:srgbClr val="D2A8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611880" y="254203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.agent.md files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0" y="2450592"/>
            <a:ext cx="1371600" cy="804672"/>
          </a:xfrm>
          <a:prstGeom prst="roundRect">
            <a:avLst>
              <a:gd name="adj" fmla="val 11364"/>
            </a:avLst>
          </a:prstGeom>
          <a:solidFill>
            <a:srgbClr val="010409"/>
          </a:solidFill>
          <a:ln w="1524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175504" y="2496312"/>
            <a:ext cx="91440" cy="91440"/>
          </a:xfrm>
          <a:prstGeom prst="ellipse">
            <a:avLst/>
          </a:prstGeom>
          <a:solidFill>
            <a:srgbClr val="FF7B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166360" y="254203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hooks.json + scripts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75120" y="2450592"/>
            <a:ext cx="1371600" cy="804672"/>
          </a:xfrm>
          <a:prstGeom prst="roundRect">
            <a:avLst>
              <a:gd name="adj" fmla="val 11364"/>
            </a:avLst>
          </a:prstGeom>
          <a:solidFill>
            <a:srgbClr val="010409"/>
          </a:solidFill>
          <a:ln w="1524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729984" y="2496312"/>
            <a:ext cx="91440" cy="91440"/>
          </a:xfrm>
          <a:prstGeom prst="ellipse">
            <a:avLst/>
          </a:prstGeom>
          <a:solidFill>
            <a:srgbClr val="79C0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720840" y="254203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.mcp.json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server defs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89120" y="34015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</a:rPr>
              <a:t>▼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74320" y="3703320"/>
            <a:ext cx="8595360" cy="777240"/>
          </a:xfrm>
          <a:prstGeom prst="roundRect">
            <a:avLst>
              <a:gd name="adj" fmla="val 17647"/>
            </a:avLst>
          </a:prstGeom>
          <a:solidFill>
            <a:srgbClr val="161B22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5720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VS Code Integration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06908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2F81F7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57200" y="4069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Commands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48840" y="406908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3FB950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2148840" y="4069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Skills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40480" y="406908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2A8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3840480" y="4069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Selection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32120" y="406908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7B72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5532120" y="4069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Events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23760" y="406908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79C0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7223760" y="4069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List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Plugins in VS Code — GitHub Copilot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Discover, Install &amp; Manage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2468880"/>
          </a:xfrm>
          <a:prstGeom prst="roundRect">
            <a:avLst>
              <a:gd name="adj" fmla="val 5556"/>
            </a:avLst>
          </a:prstGeom>
          <a:solidFill>
            <a:srgbClr val="21262D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1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Discovery &amp; Installation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26464"/>
            <a:ext cx="128016" cy="128016"/>
          </a:xfrm>
          <a:prstGeom prst="ellipse">
            <a:avLst/>
          </a:prstGeom>
          <a:solidFill>
            <a:srgbClr val="2F81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49808" y="1371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 Marketplace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@agentPlugins in Extensions sidebar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49808" y="17556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from 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193852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Palette → Chat: Install Plugin From Source + Git URL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128016" cy="128016"/>
          </a:xfrm>
          <a:prstGeom prst="ellipse">
            <a:avLst/>
          </a:prstGeom>
          <a:solidFill>
            <a:srgbClr val="D2A8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49808" y="21396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Plugins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32257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via chat.pluginLocations in settings.json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578608"/>
            <a:ext cx="128016" cy="128016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49808" y="25237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Workspace Recommendations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270662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can recommend via enabledPlugins setting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962656"/>
            <a:ext cx="128016" cy="128016"/>
          </a:xfrm>
          <a:prstGeom prst="ellipse">
            <a:avLst/>
          </a:prstGeom>
          <a:solidFill>
            <a:srgbClr val="79C0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49808" y="29077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Marketplaces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30906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org repos via chat.plugins.marketplaces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914400"/>
            <a:ext cx="4114800" cy="2468880"/>
          </a:xfrm>
          <a:prstGeom prst="roundRect">
            <a:avLst>
              <a:gd name="adj" fmla="val 5556"/>
            </a:avLst>
          </a:prstGeom>
          <a:solidFill>
            <a:srgbClr val="21262D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800600" y="987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Management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1426464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047488" y="1371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/ Disable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47488" y="15544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globally or per-workspace from Extensions view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1810512"/>
            <a:ext cx="128016" cy="128016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047488" y="17556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Uninstall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47488" y="193852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in Agent Plugins - Installed view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194560"/>
            <a:ext cx="128016" cy="128016"/>
          </a:xfrm>
          <a:prstGeom prst="ellipse">
            <a:avLst/>
          </a:prstGeom>
          <a:solidFill>
            <a:srgbClr val="2F81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047488" y="21396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Auto-Update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47488" y="232257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checked every 24h when extensions.autoUpdate is 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578608"/>
            <a:ext cx="128016" cy="128016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047488" y="25237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Installed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47488" y="270662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Plugins - Installed view shows all active plugins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2962656"/>
            <a:ext cx="128016" cy="128016"/>
          </a:xfrm>
          <a:prstGeom prst="ellipse">
            <a:avLst/>
          </a:prstGeom>
          <a:solidFill>
            <a:srgbClr val="D2A8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047488" y="29077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npm/PyPI Plugins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47488" y="30906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update via Update button — no auto-update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566160"/>
            <a:ext cx="8412480" cy="1005840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50292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99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Marketplace Configuration (settings.json)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010409"/>
          </a:solidFill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"chat.plugins.marketplaces": [ "anthropics/claude-code" ]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"chat.pluginLocations": { "/path/to/my-plugin": true }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"chat.plugins.enabled": true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Plugins in VS Code — GitHub Copilot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0095E-4DA1-DA9E-ACD7-18E42A5CC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ox with glowing signs and text&#10;&#10;AI-generated content may be incorrect.">
            <a:extLst>
              <a:ext uri="{FF2B5EF4-FFF2-40B4-BE49-F238E27FC236}">
                <a16:creationId xmlns:a16="http://schemas.microsoft.com/office/drawing/2014/main" id="{004D753A-694D-56B7-F09F-A0F45A7852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47" b="699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83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396</Words>
  <Application>Microsoft Macintosh PowerPoint</Application>
  <PresentationFormat>On-screen Show (16:9)</PresentationFormat>
  <Paragraphs>90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Ambily Kavumkal Kamalasanan</cp:lastModifiedBy>
  <cp:revision>5</cp:revision>
  <dcterms:created xsi:type="dcterms:W3CDTF">2026-04-01T06:55:06Z</dcterms:created>
  <dcterms:modified xsi:type="dcterms:W3CDTF">2026-04-20T05:02:41Z</dcterms:modified>
</cp:coreProperties>
</file>